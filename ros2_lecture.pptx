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F45B1AE-ED7F-954F-A0B7-DD5A8178AC25}">
          <p14:sldIdLst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9F68"/>
    <a:srgbClr val="EA7131"/>
    <a:srgbClr val="34BFCF"/>
    <a:srgbClr val="33C0D0"/>
    <a:srgbClr val="778CB6"/>
    <a:srgbClr val="801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08"/>
    <p:restoredTop sz="77791"/>
  </p:normalViewPr>
  <p:slideViewPr>
    <p:cSldViewPr snapToGrid="0">
      <p:cViewPr varScale="1">
        <p:scale>
          <a:sx n="171" d="100"/>
          <a:sy n="171" d="100"/>
        </p:scale>
        <p:origin x="1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4968" y="16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CD65DFE-8527-B8EF-1D47-6BC577702B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070CDF-B982-5602-91F1-4CEA87BBA7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F1090-E69C-A947-9D82-915BE9EDC39C}" type="datetimeFigureOut">
              <a:rPr kumimoji="1" lang="ko-KR" altLang="en-US" smtClean="0"/>
              <a:t>2025. 9. 2.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37A10E-074F-51EC-6A87-8B04356795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F036B5-926D-930C-4CA2-903C26147F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A54C07-971F-2A44-B49F-25AF487646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3678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F6BC5-42B9-784C-ABCD-6054ABD39A68}" type="datetimeFigureOut">
              <a:rPr kumimoji="1" lang="ko-KR" altLang="en-US" smtClean="0"/>
              <a:t>2025. 9. 2.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E44E0-2C4B-B544-A398-7C26224453B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7368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8370DE22-C2EE-5A48-61D5-C2AEBE69AD17}"/>
              </a:ext>
            </a:extLst>
          </p:cNvPr>
          <p:cNvSpPr txBox="1">
            <a:spLocks/>
          </p:cNvSpPr>
          <p:nvPr userDrawn="1"/>
        </p:nvSpPr>
        <p:spPr>
          <a:xfrm>
            <a:off x="2496000" y="3789000"/>
            <a:ext cx="7200000" cy="10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endParaRPr kumimoji="1" lang="ko-KR" altLang="en-US" b="1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502E8AE-1519-2524-7A95-C02BCE7320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000" y="6363000"/>
            <a:ext cx="2450422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로고영문">
            <a:extLst>
              <a:ext uri="{FF2B5EF4-FFF2-40B4-BE49-F238E27FC236}">
                <a16:creationId xmlns:a16="http://schemas.microsoft.com/office/drawing/2014/main" id="{C3174DFD-5C08-BE1E-3E0C-7FB8475FB7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00" y="6363000"/>
            <a:ext cx="11394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DB2AB892-6B62-7B6F-4DD8-69A0C30FF509}"/>
              </a:ext>
            </a:extLst>
          </p:cNvPr>
          <p:cNvCxnSpPr>
            <a:cxnSpLocks/>
          </p:cNvCxnSpPr>
          <p:nvPr userDrawn="1"/>
        </p:nvCxnSpPr>
        <p:spPr>
          <a:xfrm>
            <a:off x="0" y="6237000"/>
            <a:ext cx="12192000" cy="0"/>
          </a:xfrm>
          <a:prstGeom prst="line">
            <a:avLst/>
          </a:prstGeom>
          <a:ln w="38100">
            <a:solidFill>
              <a:srgbClr val="619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4" descr="Global Symbol">
            <a:extLst>
              <a:ext uri="{FF2B5EF4-FFF2-40B4-BE49-F238E27FC236}">
                <a16:creationId xmlns:a16="http://schemas.microsoft.com/office/drawing/2014/main" id="{D62DDA2B-CE9E-34F3-133C-462D133E10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691" b="28585"/>
          <a:stretch/>
        </p:blipFill>
        <p:spPr bwMode="auto">
          <a:xfrm>
            <a:off x="224400" y="6363000"/>
            <a:ext cx="320498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제목 12">
            <a:extLst>
              <a:ext uri="{FF2B5EF4-FFF2-40B4-BE49-F238E27FC236}">
                <a16:creationId xmlns:a16="http://schemas.microsoft.com/office/drawing/2014/main" id="{C304569D-C039-67EC-AA93-D27D67CCC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800000"/>
            <a:ext cx="10800000" cy="1440000"/>
          </a:xfrm>
        </p:spPr>
        <p:txBody>
          <a:bodyPr>
            <a:normAutofit/>
          </a:bodyPr>
          <a:lstStyle>
            <a:lvl1pPr algn="ct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370E219C-5B25-3B62-10AB-5F47B3FA1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96000" y="3789000"/>
            <a:ext cx="5400000" cy="108000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40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FontTx/>
              <a:buNone/>
              <a:defRPr sz="2800" b="1">
                <a:solidFill>
                  <a:schemeClr val="bg1">
                    <a:lumMod val="50000"/>
                  </a:schemeClr>
                </a:solidFill>
              </a:defRPr>
            </a:lvl2pPr>
            <a:lvl3pPr marL="914400" indent="0" algn="ctr">
              <a:buFontTx/>
              <a:buNone/>
              <a:defRPr sz="2800" b="1">
                <a:solidFill>
                  <a:schemeClr val="bg1">
                    <a:lumMod val="50000"/>
                  </a:schemeClr>
                </a:solidFill>
              </a:defRPr>
            </a:lvl3pPr>
            <a:lvl4pPr marL="1371600" indent="0" algn="ctr">
              <a:buFontTx/>
              <a:buNone/>
              <a:defRPr sz="2800" b="1">
                <a:solidFill>
                  <a:schemeClr val="bg1">
                    <a:lumMod val="50000"/>
                  </a:schemeClr>
                </a:solidFill>
              </a:defRPr>
            </a:lvl4pPr>
            <a:lvl5pPr marL="1828800" indent="0" algn="ctr">
              <a:buFontTx/>
              <a:buNone/>
              <a:defRPr sz="2800" b="1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7209B52-CB7B-F572-4488-BA256AD903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B9BC688-4969-A94C-B4D6-5F73B035233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2790959-91C9-AF4A-6CB3-4EB33A598AD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650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F04EA-0482-22EE-D4E6-7DDFC237F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89000"/>
            <a:ext cx="10800000" cy="72000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619F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4A7C89-D348-6891-3F51-9737255E9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089000"/>
            <a:ext cx="10800000" cy="5040000"/>
          </a:xfrm>
        </p:spPr>
        <p:txBody>
          <a:bodyPr anchor="ctr">
            <a:normAutofit/>
          </a:bodyPr>
          <a:lstStyle>
            <a:lvl1pPr marL="228600" indent="-228600">
              <a:buFont typeface="Wingdings" pitchFamily="2" charset="2"/>
              <a:buChar char="§"/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>
              <a:buFont typeface="Arial" panose="020B0604020202020204" pitchFamily="34" charset="0"/>
              <a:buChar char="•"/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F94096-E20F-B215-70E4-AE75AB17D8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B9BC688-4969-A94C-B4D6-5F73B035233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CC39E9A7-F262-F4BA-5C50-92FF3DFA446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145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0E155-311E-520B-0AA7-48AB243D3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89000"/>
            <a:ext cx="10800000" cy="72000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619F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9" name="슬라이드 번호 개체 틀 6">
            <a:extLst>
              <a:ext uri="{FF2B5EF4-FFF2-40B4-BE49-F238E27FC236}">
                <a16:creationId xmlns:a16="http://schemas.microsoft.com/office/drawing/2014/main" id="{90E3DFE5-6028-0EA4-D088-B9B0BC8043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76000" y="6356350"/>
            <a:ext cx="720000" cy="365125"/>
          </a:xfrm>
        </p:spPr>
        <p:txBody>
          <a:bodyPr/>
          <a:lstStyle/>
          <a:p>
            <a:fld id="{BB9BC688-4969-A94C-B4D6-5F73B035233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BCDD6C9-689D-B82C-ECEA-7D2A618D23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01749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0E155-311E-520B-0AA7-48AB243D3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89000"/>
            <a:ext cx="10800000" cy="72000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619F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C24EDE1-1982-1C4E-DDA7-05E841EC49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56000" y="981000"/>
            <a:ext cx="10440000" cy="360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800" b="1">
                <a:solidFill>
                  <a:srgbClr val="619F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 b="1">
                <a:solidFill>
                  <a:srgbClr val="619F68"/>
                </a:solidFill>
              </a:defRPr>
            </a:lvl2pPr>
            <a:lvl3pPr>
              <a:defRPr sz="2800" b="1">
                <a:solidFill>
                  <a:srgbClr val="619F68"/>
                </a:solidFill>
              </a:defRPr>
            </a:lvl3pPr>
            <a:lvl4pPr>
              <a:defRPr sz="2800" b="1">
                <a:solidFill>
                  <a:srgbClr val="619F68"/>
                </a:solidFill>
              </a:defRPr>
            </a:lvl4pPr>
            <a:lvl5pPr>
              <a:defRPr sz="2800" b="1">
                <a:solidFill>
                  <a:srgbClr val="619F68"/>
                </a:solidFill>
              </a:defRPr>
            </a:lvl5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0A270B99-66D8-98FB-B029-38D4EC9795C8}"/>
              </a:ext>
            </a:extLst>
          </p:cNvPr>
          <p:cNvCxnSpPr/>
          <p:nvPr userDrawn="1"/>
        </p:nvCxnSpPr>
        <p:spPr>
          <a:xfrm>
            <a:off x="840000" y="1161000"/>
            <a:ext cx="216000" cy="0"/>
          </a:xfrm>
          <a:prstGeom prst="line">
            <a:avLst/>
          </a:prstGeom>
          <a:ln w="38100">
            <a:solidFill>
              <a:srgbClr val="619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885CD4FC-738C-A1E3-8CC9-EC15750ECF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6000" y="1449000"/>
            <a:ext cx="10800000" cy="4680000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itchFamily="2" charset="2"/>
              <a:buChar char="§"/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kumimoji="1" lang="ko-KR" altLang="en-US" dirty="0"/>
              <a:t>마스터 텍스트 스타일을 편집하려면 클릭</a:t>
            </a:r>
            <a:endParaRPr kumimoji="1" lang="en-US" altLang="ko-KR" dirty="0"/>
          </a:p>
          <a:p>
            <a:pPr lvl="1"/>
            <a:endParaRPr kumimoji="1" lang="ko-KR" altLang="en-US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B2C10474-19BC-AF98-8DE9-EC7ECE33A07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B9BC688-4969-A94C-B4D6-5F73B035233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11" name="바닥글 개체 틀 10">
            <a:extLst>
              <a:ext uri="{FF2B5EF4-FFF2-40B4-BE49-F238E27FC236}">
                <a16:creationId xmlns:a16="http://schemas.microsoft.com/office/drawing/2014/main" id="{0689D9FF-AB7F-8741-6C39-2182B1E283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934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0E155-311E-520B-0AA7-48AB243D3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89000"/>
            <a:ext cx="10800000" cy="72000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619F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C24EDE1-1982-1C4E-DDA7-05E841EC49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56000" y="981000"/>
            <a:ext cx="10440000" cy="360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800" b="1">
                <a:solidFill>
                  <a:srgbClr val="619F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 b="1">
                <a:solidFill>
                  <a:srgbClr val="619F68"/>
                </a:solidFill>
              </a:defRPr>
            </a:lvl2pPr>
            <a:lvl3pPr>
              <a:defRPr sz="2800" b="1">
                <a:solidFill>
                  <a:srgbClr val="619F68"/>
                </a:solidFill>
              </a:defRPr>
            </a:lvl3pPr>
            <a:lvl4pPr>
              <a:defRPr sz="2800" b="1">
                <a:solidFill>
                  <a:srgbClr val="619F68"/>
                </a:solidFill>
              </a:defRPr>
            </a:lvl4pPr>
            <a:lvl5pPr>
              <a:defRPr sz="2800" b="1">
                <a:solidFill>
                  <a:srgbClr val="619F68"/>
                </a:solidFill>
              </a:defRPr>
            </a:lvl5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0A270B99-66D8-98FB-B029-38D4EC9795C8}"/>
              </a:ext>
            </a:extLst>
          </p:cNvPr>
          <p:cNvCxnSpPr/>
          <p:nvPr userDrawn="1"/>
        </p:nvCxnSpPr>
        <p:spPr>
          <a:xfrm>
            <a:off x="840000" y="1161000"/>
            <a:ext cx="216000" cy="0"/>
          </a:xfrm>
          <a:prstGeom prst="line">
            <a:avLst/>
          </a:prstGeom>
          <a:ln w="38100">
            <a:solidFill>
              <a:srgbClr val="619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6">
            <a:extLst>
              <a:ext uri="{FF2B5EF4-FFF2-40B4-BE49-F238E27FC236}">
                <a16:creationId xmlns:a16="http://schemas.microsoft.com/office/drawing/2014/main" id="{5F53AC49-A880-CA48-13AB-D54A39C526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76000" y="6356350"/>
            <a:ext cx="720000" cy="365125"/>
          </a:xfrm>
        </p:spPr>
        <p:txBody>
          <a:bodyPr/>
          <a:lstStyle/>
          <a:p>
            <a:fld id="{BB9BC688-4969-A94C-B4D6-5F73B035233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AB662B81-D192-905D-3916-C1CE914CD76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9814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12E7E3-3B9D-516E-4CE1-7A73173FB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000" y="1825625"/>
            <a:ext cx="1080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제목 개체 틀 6">
            <a:extLst>
              <a:ext uri="{FF2B5EF4-FFF2-40B4-BE49-F238E27FC236}">
                <a16:creationId xmlns:a16="http://schemas.microsoft.com/office/drawing/2014/main" id="{1EEE5FBA-642D-E854-080A-9E24DE176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B6A329-D0E9-F859-6778-820F5D827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76000" y="6356350"/>
            <a:ext cx="72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9BC688-4969-A94C-B4D6-5F73B035233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A3CCA2-4820-FF76-A45A-08EED2092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96000" y="6356350"/>
            <a:ext cx="90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827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7" r:id="rId4"/>
    <p:sldLayoutId id="2147483656" r:id="rId5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0BE88-2B8B-E817-0D83-9BC46EB09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ROS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AA8F22-9BED-2DA5-A51A-F0FBD72FF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089000"/>
            <a:ext cx="5740659" cy="5040000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" altLang="ko-KR" sz="1800" b="1" dirty="0"/>
              <a:t>Core Concepts</a:t>
            </a:r>
          </a:p>
          <a:p>
            <a:r>
              <a:rPr lang="en" altLang="ko-KR" sz="1600" b="1" dirty="0"/>
              <a:t>Node</a:t>
            </a:r>
            <a:r>
              <a:rPr lang="en" altLang="ko-KR" sz="1600" dirty="0"/>
              <a:t>: Executable program unit </a:t>
            </a:r>
            <a:br>
              <a:rPr lang="en" altLang="ko-KR" sz="1600" dirty="0"/>
            </a:br>
            <a:r>
              <a:rPr lang="en" altLang="ko-KR" sz="1600" dirty="0"/>
              <a:t>	(sensor drivers, SLAM, controllers, etc.)</a:t>
            </a:r>
          </a:p>
          <a:p>
            <a:r>
              <a:rPr lang="en" altLang="ko-KR" sz="1600" b="1" dirty="0"/>
              <a:t>Topic</a:t>
            </a:r>
            <a:r>
              <a:rPr lang="en" altLang="ko-KR" sz="1600" dirty="0"/>
              <a:t>: Asynchronous streaming channel</a:t>
            </a:r>
            <a:br>
              <a:rPr lang="en" altLang="ko-KR" sz="1600" dirty="0"/>
            </a:br>
            <a:r>
              <a:rPr lang="en" altLang="ko-KR" sz="1600" dirty="0"/>
              <a:t>	(e.g., /camera/image)</a:t>
            </a:r>
          </a:p>
          <a:p>
            <a:r>
              <a:rPr lang="en" altLang="ko-KR" sz="1600" b="1" dirty="0"/>
              <a:t>Service</a:t>
            </a:r>
            <a:r>
              <a:rPr lang="en" altLang="ko-KR" sz="1600" dirty="0"/>
              <a:t>: Request–response call </a:t>
            </a:r>
            <a:br>
              <a:rPr lang="en" altLang="ko-KR" sz="1600" dirty="0"/>
            </a:br>
            <a:r>
              <a:rPr lang="en" altLang="ko-KR" sz="1600" dirty="0"/>
              <a:t>	(RPC-like, one-shot)</a:t>
            </a:r>
          </a:p>
          <a:p>
            <a:r>
              <a:rPr lang="en" altLang="ko-KR" sz="1600" b="1" dirty="0"/>
              <a:t>Action</a:t>
            </a:r>
            <a:r>
              <a:rPr lang="en" altLang="ko-KR" sz="1600" dirty="0"/>
              <a:t>: Long-running goal with feedback/cancel/result 	(asynchronous command)</a:t>
            </a:r>
          </a:p>
          <a:p>
            <a:r>
              <a:rPr lang="en" altLang="ko-KR" sz="1600" b="1" dirty="0"/>
              <a:t>Message</a:t>
            </a:r>
            <a:r>
              <a:rPr lang="en" altLang="ko-KR" sz="1600" dirty="0"/>
              <a:t>: Typed data structure for communication 	(standard + custom)</a:t>
            </a:r>
          </a:p>
          <a:p>
            <a:endParaRPr lang="en" altLang="ko-KR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9A970C-E8CA-45AE-D9FE-1B18C888E9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B9BC688-4969-A94C-B4D6-5F73B035233D}" type="slidenum">
              <a:rPr kumimoji="1" lang="ko-KR" altLang="en-US" smtClean="0"/>
              <a:t>0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51C856-EABF-0F33-132A-3D012C5F79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8" name="Picture 2" descr="ROS 들이받기] ROS2 Humble 시작해보기">
            <a:extLst>
              <a:ext uri="{FF2B5EF4-FFF2-40B4-BE49-F238E27FC236}">
                <a16:creationId xmlns:a16="http://schemas.microsoft.com/office/drawing/2014/main" id="{E319DD7C-8AF4-BFFA-D79F-F3A630922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0500" y="0"/>
            <a:ext cx="3181500" cy="90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os2】foxy学习笔记_ros2 foxy-CSDN博客">
            <a:extLst>
              <a:ext uri="{FF2B5EF4-FFF2-40B4-BE49-F238E27FC236}">
                <a16:creationId xmlns:a16="http://schemas.microsoft.com/office/drawing/2014/main" id="{8FBBA595-740A-3BCD-D526-E65CA56F7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502" y="2024236"/>
            <a:ext cx="6401995" cy="3553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49C4ED-58C9-726B-2B7A-37FA160DF988}"/>
              </a:ext>
            </a:extLst>
          </p:cNvPr>
          <p:cNvSpPr txBox="1"/>
          <p:nvPr/>
        </p:nvSpPr>
        <p:spPr>
          <a:xfrm>
            <a:off x="695999" y="1089000"/>
            <a:ext cx="10080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2000" b="1" dirty="0"/>
              <a:t>ROS: An open framework for robotics that provides tools and libraries </a:t>
            </a:r>
          </a:p>
          <a:p>
            <a:r>
              <a:rPr lang="en" altLang="ko-KR" sz="2000" b="1" dirty="0"/>
              <a:t>for developing, managing, and deploying robot software.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965732-D341-C4BA-1FAB-A57B8DD70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7068" y="2358396"/>
            <a:ext cx="984932" cy="9438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FF3E22F-2949-5566-6465-80C51204E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7686" y="3713078"/>
            <a:ext cx="1138973" cy="872516"/>
          </a:xfrm>
          <a:prstGeom prst="rect">
            <a:avLst/>
          </a:prstGeom>
        </p:spPr>
      </p:pic>
      <p:pic>
        <p:nvPicPr>
          <p:cNvPr id="1026" name="Picture 2" descr="도트 매트릭스 디스플레이 - 위키백과, 우리 모두의 백과사전">
            <a:extLst>
              <a:ext uri="{FF2B5EF4-FFF2-40B4-BE49-F238E27FC236}">
                <a16:creationId xmlns:a16="http://schemas.microsoft.com/office/drawing/2014/main" id="{DC8DF8F2-EC61-E454-9CE2-FA2827405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9883" y="3636449"/>
            <a:ext cx="1917080" cy="1278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634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04116-0027-67F1-D2AE-99BB26620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ROS2(Foxy) Installation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0D1D6-91DA-CEC6-31D7-659F9AB71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kumimoji="1" lang="en-US" altLang="ko-KR" b="1" dirty="0"/>
              <a:t>1. Set Locale</a:t>
            </a:r>
          </a:p>
          <a:p>
            <a:endParaRPr kumimoji="1" lang="en-US" altLang="ko-KR" b="1" dirty="0"/>
          </a:p>
          <a:p>
            <a:endParaRPr kumimoji="1" lang="en-US" altLang="ko-KR" b="1" dirty="0"/>
          </a:p>
          <a:p>
            <a:endParaRPr kumimoji="1" lang="en-US" altLang="ko-KR" b="1" dirty="0"/>
          </a:p>
          <a:p>
            <a:pPr marL="0" indent="0">
              <a:buNone/>
            </a:pPr>
            <a:endParaRPr kumimoji="1" lang="en-US" altLang="ko-KR" b="1" dirty="0"/>
          </a:p>
          <a:p>
            <a:pPr marL="0" indent="0">
              <a:buNone/>
            </a:pPr>
            <a:r>
              <a:rPr kumimoji="1" lang="en-US" altLang="ko-KR" b="1" dirty="0"/>
              <a:t>2. Setup Sources</a:t>
            </a:r>
            <a:endParaRPr kumimoji="1"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8FD314-996A-596E-3162-830E80A1A5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B9BC688-4969-A94C-B4D6-5F73B035233D}" type="slidenum">
              <a:rPr kumimoji="1" lang="ko-KR" altLang="en-US" smtClean="0"/>
              <a:t>1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FFBCDC-6F1F-B63F-7490-ECC2914D8C4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kumimoji="1" lang="en" altLang="ko-KR" dirty="0"/>
              <a:t>https://</a:t>
            </a:r>
            <a:r>
              <a:rPr kumimoji="1" lang="en" altLang="ko-KR" dirty="0" err="1"/>
              <a:t>docs.ros.org</a:t>
            </a:r>
            <a:r>
              <a:rPr kumimoji="1" lang="en" altLang="ko-KR" dirty="0"/>
              <a:t>/</a:t>
            </a:r>
            <a:r>
              <a:rPr kumimoji="1" lang="en" altLang="ko-KR" dirty="0" err="1"/>
              <a:t>en</a:t>
            </a:r>
            <a:r>
              <a:rPr kumimoji="1" lang="en" altLang="ko-KR" dirty="0"/>
              <a:t>/foxy/Installation/Ubuntu-Install-</a:t>
            </a:r>
            <a:r>
              <a:rPr kumimoji="1" lang="en" altLang="ko-KR" dirty="0" err="1"/>
              <a:t>Debians.html</a:t>
            </a:r>
            <a:endParaRPr kumimoji="1" lang="ko-KR" altLang="en-US" dirty="0"/>
          </a:p>
        </p:txBody>
      </p:sp>
      <p:pic>
        <p:nvPicPr>
          <p:cNvPr id="8" name="그림 7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FDF641-E2CB-5DE5-67CD-06D97AB88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781" y="1442171"/>
            <a:ext cx="3717073" cy="1578590"/>
          </a:xfrm>
          <a:prstGeom prst="rect">
            <a:avLst/>
          </a:prstGeom>
        </p:spPr>
      </p:pic>
      <p:pic>
        <p:nvPicPr>
          <p:cNvPr id="12" name="그림 1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CF814C-27E1-8FBD-7210-5DFC333A0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71" y="3490681"/>
            <a:ext cx="7772400" cy="2337792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00F95C96-13E9-EEC2-B389-9DDAA97FAD20}"/>
              </a:ext>
            </a:extLst>
          </p:cNvPr>
          <p:cNvSpPr txBox="1">
            <a:spLocks/>
          </p:cNvSpPr>
          <p:nvPr/>
        </p:nvSpPr>
        <p:spPr>
          <a:xfrm>
            <a:off x="6096000" y="1089000"/>
            <a:ext cx="5400000" cy="504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0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b="1" dirty="0"/>
              <a:t>3. Environment Setup</a:t>
            </a:r>
            <a:endParaRPr kumimoji="1" lang="ko-KR" altLang="en-US" b="1" dirty="0"/>
          </a:p>
        </p:txBody>
      </p:sp>
      <p:pic>
        <p:nvPicPr>
          <p:cNvPr id="15" name="그림 1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83B322-8E3D-9981-3D5E-FC087345E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433" y="1442171"/>
            <a:ext cx="3856800" cy="93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919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CBCBB-6B3A-1B2C-838B-F9919A180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3C0BE0-E9C3-5D12-8AB7-1187D0A90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ROS2 Example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4767FD-652C-F215-2326-6338F3D11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kumimoji="1" lang="en-US" altLang="ko-KR" sz="1800" b="1" dirty="0"/>
              <a:t>1. Talker</a:t>
            </a:r>
          </a:p>
          <a:p>
            <a:endParaRPr kumimoji="1" lang="en-US" altLang="ko-KR" sz="1800" b="1" dirty="0"/>
          </a:p>
          <a:p>
            <a:endParaRPr kumimoji="1" lang="en-US" altLang="ko-KR" sz="1800" b="1" dirty="0"/>
          </a:p>
          <a:p>
            <a:pPr marL="0" indent="0">
              <a:buNone/>
            </a:pPr>
            <a:endParaRPr kumimoji="1" lang="en-US" altLang="ko-KR" sz="1800" b="1" dirty="0"/>
          </a:p>
          <a:p>
            <a:pPr marL="0" indent="0">
              <a:buNone/>
            </a:pPr>
            <a:r>
              <a:rPr kumimoji="1" lang="en-US" altLang="ko-KR" sz="1800" b="1" dirty="0"/>
              <a:t>2. Listener</a:t>
            </a:r>
            <a:endParaRPr kumimoji="1" lang="ko-KR" altLang="en-US" sz="18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ED2481-B42C-ABAB-2801-C97E5B7130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B9BC688-4969-A94C-B4D6-5F73B035233D}" type="slidenum">
              <a:rPr kumimoji="1" lang="ko-KR" altLang="en-US" smtClean="0"/>
              <a:t>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D58980-E72F-607E-6657-807748F555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kumimoji="1" lang="en" altLang="ko-KR" dirty="0"/>
              <a:t>https://</a:t>
            </a:r>
            <a:r>
              <a:rPr kumimoji="1" lang="en" altLang="ko-KR" dirty="0" err="1"/>
              <a:t>docs.ros.org</a:t>
            </a:r>
            <a:r>
              <a:rPr kumimoji="1" lang="en" altLang="ko-KR" dirty="0"/>
              <a:t>/</a:t>
            </a:r>
            <a:r>
              <a:rPr kumimoji="1" lang="en" altLang="ko-KR" dirty="0" err="1"/>
              <a:t>en</a:t>
            </a:r>
            <a:r>
              <a:rPr kumimoji="1" lang="en" altLang="ko-KR" dirty="0"/>
              <a:t>/foxy/Installation/Ubuntu-Install-</a:t>
            </a:r>
            <a:r>
              <a:rPr kumimoji="1" lang="en" altLang="ko-KR" dirty="0" err="1"/>
              <a:t>Debians.html</a:t>
            </a:r>
            <a:endParaRPr kumimoji="1" lang="ko-KR" altLang="en-US" dirty="0"/>
          </a:p>
        </p:txBody>
      </p:sp>
      <p:pic>
        <p:nvPicPr>
          <p:cNvPr id="7" name="그림 6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E56A36-38A1-55C6-45EA-28A51456B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48" y="1441605"/>
            <a:ext cx="5070552" cy="1076336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F5C58C-BDAE-4C80-426F-5157B4333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448" y="2958415"/>
            <a:ext cx="5479452" cy="1046820"/>
          </a:xfrm>
          <a:prstGeom prst="rect">
            <a:avLst/>
          </a:prstGeom>
        </p:spPr>
      </p:pic>
      <p:pic>
        <p:nvPicPr>
          <p:cNvPr id="14" name="그림 13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02F27B-0449-4C3D-91D7-99A25FAAF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900" y="1441605"/>
            <a:ext cx="5654503" cy="3884773"/>
          </a:xfrm>
          <a:prstGeom prst="rect">
            <a:avLst/>
          </a:prstGeom>
        </p:spPr>
      </p:pic>
      <p:pic>
        <p:nvPicPr>
          <p:cNvPr id="17" name="그림 1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5D46C7-0CC0-AC74-79F9-98DC9C3B6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374" y="4232585"/>
            <a:ext cx="3911600" cy="17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759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CE0806-FF0E-7D48-8898-C51D4CD1EC00}">
  <we:reference id="4b785c87-866c-4bad-85d8-5d1ae467ac9a" version="3.14.3.0" store="EXCatalog" storeType="EXCatalog"/>
  <we:alternateReferences>
    <we:reference id="WA104381909" version="3.14.3.0" store="ko-KR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6469</TotalTime>
  <Words>162</Words>
  <Application>Microsoft Macintosh PowerPoint</Application>
  <PresentationFormat>와이드스크린</PresentationFormat>
  <Paragraphs>28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Office 테마</vt:lpstr>
      <vt:lpstr>ROS</vt:lpstr>
      <vt:lpstr>ROS2(Foxy) Installation</vt:lpstr>
      <vt:lpstr>ROS2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최현진</dc:creator>
  <cp:lastModifiedBy>최현진[ 대학원석사과정재학 / 기계공학과 ]</cp:lastModifiedBy>
  <cp:revision>270</cp:revision>
  <dcterms:created xsi:type="dcterms:W3CDTF">2025-01-01T06:35:47Z</dcterms:created>
  <dcterms:modified xsi:type="dcterms:W3CDTF">2025-09-02T07:01:18Z</dcterms:modified>
</cp:coreProperties>
</file>